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8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429000" cy="3749039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777240" cy="7772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1977390"/>
            <a:ext cx="388620" cy="388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73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4005072" y="3108960"/>
            <a:ext cx="548640" cy="54864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81728" y="1508760"/>
            <a:ext cx="7050024" cy="3749039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956048" y="1783080"/>
            <a:ext cx="777240" cy="7772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358" y="197739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448" y="1783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7830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2788920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93208" y="2898648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017520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856" y="2788920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788920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3593591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93208" y="3703320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3822191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05856" y="3593591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593591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98264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93208" y="4507992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62686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05856" y="4398264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398264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14416"/>
            <a:ext cx="438912" cy="438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440680"/>
            <a:ext cx="10149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