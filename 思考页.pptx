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8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383280" cy="34747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783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对模型能力负责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3580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8736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3977639" y="3063240"/>
            <a:ext cx="50292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17720" y="1554480"/>
            <a:ext cx="7114032" cy="34747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892040" y="178308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59" y="1943100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17830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对业务结果负责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7830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2697480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29200" y="2798064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4356" y="2903220"/>
            <a:ext cx="210312" cy="2103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77840" y="2697480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3447288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29200" y="3547872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4356" y="3653028"/>
            <a:ext cx="210312" cy="2103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7840" y="3447288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直接操作列表页，票量明显提升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4197096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29200" y="4297680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4356" y="440283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77840" y="4197096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197096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57800"/>
            <a:ext cx="11274552" cy="8229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58968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25780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