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回看这几个月，两条主线给我的收获不太一样。</a:t>
            </a:r>
          </a:p>
          <a:p>
            <a:r>
              <a:t>在火车票 Agent 上，我做的更多是模型侧的质量工作，离业务结果比较远；到了抢票业务，我开始直接对票量负责，也逐渐学会从业务指标倒推要做什么。</a:t>
            </a:r>
          </a:p>
          <a:p>
            <a:r>
              <a:t>这也让我对 AI 产品有了更具体的理解。</a:t>
            </a:r>
          </a:p>
          <a:p>
            <a:r>
              <a:t>在小红书时，模型本身就是产品，衡量的是模型表现得好不好。</a:t>
            </a:r>
          </a:p>
          <a:p>
            <a:r>
              <a:t>到了携程，AI 是服务业务的手段：边界由业务来定，形态要贴合用户的习惯，例如火车agent二期把对话改成直接操作列表页后，这种更符合用户原有行为链路的做法使得票量明显提升；最终衡量的是票量这样的业务结果。</a:t>
            </a:r>
          </a:p>
          <a:p>
            <a:r>
              <a:t>所以相比于AInative的产品，在探索AI+业务的时候，我始终应该先四骄傲业务需要它解决什么、用户习惯怎么用。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3、思考与未来规划 · 从 AI native 到 AI × 业务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从模型侧的质量工作，走到直接对业务结果负责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Ro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05940"/>
            <a:ext cx="320040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50876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火车票 Agent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模型侧的质量工作，离业务结果比较远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08760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-circle"/>
          <p:cNvSpPr/>
          <p:nvPr/>
        </p:nvSpPr>
        <p:spPr>
          <a:xfrm>
            <a:off x="6720840" y="164592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59" y="1805940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0" y="150876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抢票业务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直接对票量负责，学会从业务指标倒推要做什么</a:t>
            </a:r>
          </a:p>
        </p:txBody>
      </p:sp>
      <p:sp>
        <p:nvSpPr>
          <p:cNvPr id="12" name="arrow"/>
          <p:cNvSpPr/>
          <p:nvPr/>
        </p:nvSpPr>
        <p:spPr>
          <a:xfrm>
            <a:off x="5806440" y="1801368"/>
            <a:ext cx="457200" cy="329184"/>
          </a:xfrm>
          <a:prstGeom prst="rightArrow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AI native：</a:t>
            </a:r>
            <a:r>
              <a:rPr sz="13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模型本身就是产品，衡量的是模型表现　　</a:t>
            </a:r>
            <a:r>
              <a:rPr sz="13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AI × 业务：</a:t>
            </a:r>
            <a:r>
              <a:rPr sz="13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AI 是服务业务的手段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3630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con-circle"/>
          <p:cNvSpPr/>
          <p:nvPr/>
        </p:nvSpPr>
        <p:spPr>
          <a:xfrm>
            <a:off x="731520" y="3429000"/>
            <a:ext cx="685800" cy="68580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aLayer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3600450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00200" y="3429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边界由业务来定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什么属于火车、什么不属于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200400"/>
            <a:ext cx="3630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con-circle"/>
          <p:cNvSpPr/>
          <p:nvPr/>
        </p:nvSpPr>
        <p:spPr>
          <a:xfrm>
            <a:off x="4553712" y="3429000"/>
            <a:ext cx="685800" cy="68580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Fa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162" y="3600450"/>
            <a:ext cx="342900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22392" y="3429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形态贴合用户习惯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297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二期把对话改成直接操作列表页，票量明显提升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3200400"/>
            <a:ext cx="3630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icon-circle"/>
          <p:cNvSpPr/>
          <p:nvPr/>
        </p:nvSpPr>
        <p:spPr>
          <a:xfrm>
            <a:off x="8375904" y="3429000"/>
            <a:ext cx="685800" cy="68580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FaChart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354" y="3600450"/>
            <a:ext cx="342900" cy="342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44584" y="3429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用业务结果衡量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297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最终看的是票量这样的业务结果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57800"/>
            <a:ext cx="11274552" cy="82296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FaLight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458968"/>
            <a:ext cx="420624" cy="4206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17320" y="525780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D6E6FF"/>
                </a:solidFill>
                <a:latin typeface="微软雅黑"/>
                <a:ea typeface="微软雅黑"/>
                <a:cs typeface="微软雅黑"/>
              </a:rPr>
              <a:t>探索 AI + 业务时，先想清楚：</a:t>
            </a: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业务需要它解决什么？用户习惯怎么用？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