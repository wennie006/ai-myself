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3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8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一致</c:v>
                </c:pt>
              </c:strCache>
            </c:strRef>
          </c:tx>
          <c:spPr>
            <a:solidFill>
              <a:srgbClr val="C9DCF8"/>
            </a:solidFill>
          </c:spPr>
          <c:cat>
            <c:strRef>
              <c:f>Sheet1!$A$2:$A$2</c:f>
              <c:strCache>
                <c:ptCount val="1"/>
                <c:pt idx="0">
                  <c:v>样本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Agent 对</c:v>
                </c:pt>
              </c:strCache>
            </c:strRef>
          </c:tx>
          <c:spPr>
            <a:solidFill>
              <a:srgbClr val="8DB8F5"/>
            </a:solidFill>
          </c:spPr>
          <c:cat>
            <c:strRef>
              <c:f>Sheet1!$A$2:$A$2</c:f>
              <c:strCache>
                <c:ptCount val="1"/>
                <c:pt idx="0">
                  <c:v>样本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算法对、Agent 错</c:v>
                </c:pt>
              </c:strCache>
            </c:strRef>
          </c:tx>
          <c:spPr>
            <a:solidFill>
              <a:srgbClr val="FF7A1A"/>
            </a:solidFill>
          </c:spPr>
          <c:cat>
            <c:strRef>
              <c:f>Sheet1!$A$2:$A$2</c:f>
              <c:strCache>
                <c:ptCount val="1"/>
                <c:pt idx="0">
                  <c:v>样本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都错</c:v>
                </c:pt>
              </c:strCache>
            </c:strRef>
          </c:tx>
          <c:spPr>
            <a:solidFill>
              <a:srgbClr val="7A8599"/>
            </a:solidFill>
          </c:spPr>
          <c:cat>
            <c:strRef>
              <c:f>Sheet1!$A$2:$A$2</c:f>
              <c:strCache>
                <c:ptCount val="1"/>
                <c:pt idx="0">
                  <c:v>样本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33</c:v>
                </c:pt>
              </c:numCache>
            </c:numRef>
          </c:val>
        </c:ser>
        <c:gapWidth val="0"/>
        <c:overlap val="100"/>
        <c:axId val="-2068027336"/>
        <c:axId val="-2113994440"/>
      </c:barChart>
      <c:catAx>
        <c:axId val="-2068027336"/>
        <c:scaling>
          <c:orientation val="minMax"/>
        </c:scaling>
        <c:delete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chart" Target="../charts/chart1.xm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48840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274570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3055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478024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200400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326130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18211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529584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1772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908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49554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495544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6869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68696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48840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274570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3055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478024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200400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326130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18211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529584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61772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908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  <p:graphicFrame>
        <p:nvGraphicFramePr>
          <p:cNvPr id="40" name="1000条样本分布"/>
          <p:cNvGraphicFramePr>
            <a:graphicFrameLocks noGrp="1"/>
          </p:cNvGraphicFramePr>
          <p:nvPr/>
        </p:nvGraphicFramePr>
        <p:xfrm>
          <a:off x="1143000" y="3822191"/>
          <a:ext cx="4343400" cy="38404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1188720" y="424281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DBCE8"/>
                </a:solidFill>
                <a:latin typeface="微软雅黑"/>
                <a:ea typeface="微软雅黑"/>
                <a:cs typeface="微软雅黑"/>
              </a:rPr>
              <a:t>■ </a:t>
            </a:r>
            <a:r>
              <a:rPr sz="10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一致 749  </a:t>
            </a:r>
            <a:r>
              <a:rPr sz="1000" b="0">
                <a:solidFill>
                  <a:srgbClr val="8DB8F5"/>
                </a:solidFill>
                <a:latin typeface="微软雅黑"/>
                <a:ea typeface="微软雅黑"/>
                <a:cs typeface="微软雅黑"/>
              </a:rPr>
              <a:t>■ </a:t>
            </a:r>
            <a:r>
              <a:rPr sz="10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Agent 对 197  </a:t>
            </a:r>
            <a:r>
              <a:rPr sz="10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■ </a:t>
            </a:r>
            <a:r>
              <a:rPr sz="10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算法对、Agent 错 21  </a:t>
            </a:r>
            <a:r>
              <a:rPr sz="10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■ </a:t>
            </a:r>
            <a:r>
              <a:rPr sz="10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都错 33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