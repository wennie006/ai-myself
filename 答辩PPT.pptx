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前面讲到的几个需求，其实都是在这三者之间找平衡点：既要让更多订单出票，也要让用户在过程中有好的感受，同时守住平台的收益。接下来我也想围绕这三点继续推进。</a:t>
            </a:r>
          </a:p>
          <a:p/>
          <a:p>
            <a:r>
              <a:t>票量上，我想重点补齐小程序的出票。小程序受风控影响比较大，没法走代付出票，需要跳到客服对话付款的订单，只能通过支付召回来完成，付款这一步的流失比较多。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/>
          <a:p>
            <a:r>
              <a:t>收益上，我希望在合规的前提下，重新梳理各个场景里用户比较需要的服务，在目前线上的流程和环节中，补上一些收益场景的空白。同时，提高收益的前提是稳住用户体验，我目前正在探索的一个方向，就是外呼场景下的策略优化。</a:t>
            </a:r>
          </a:p>
          <a:p/>
          <a:p>
            <a:r>
              <a:t>AI 上，我希望从 AI native 的产品走进业务，把 AI 能力真正落到抢票业务的链路里。我一直在思考和探索的，是如何找出那些用传统方法不太好解决的痛点，引入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/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70832"/>
            <a:ext cx="4069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做到了是惊喜，做不到用户也不会抱怨；但一旦通知了用户、用户也付了款，他就默认一定能出票。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349240"/>
            <a:ext cx="4069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确认出票的付款统一改为直付，付款成功即可出票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3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用户妥协接受了替代方案，就该用更直接的方式出票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6" name="icon-circle"/>
          <p:cNvSpPr/>
          <p:nvPr/>
        </p:nvSpPr>
        <p:spPr>
          <a:xfrm>
            <a:off x="777240" y="23774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51460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 / YOYO 有票方案页，推荐可立即出票的替代方案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51560" y="29443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con-circle"/>
          <p:cNvSpPr/>
          <p:nvPr/>
        </p:nvSpPr>
        <p:spPr>
          <a:xfrm>
            <a:off x="777240" y="32918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08760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用户妥协，接受替代方案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51560" y="3858768"/>
            <a:ext cx="0" cy="329184"/>
          </a:xfrm>
          <a:prstGeom prst="line">
            <a:avLst/>
          </a:prstGeom>
          <a:ln w="19050">
            <a:solidFill>
              <a:srgbClr val="7A85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con-circle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Rota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43400"/>
            <a:ext cx="27432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508760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出票概率【待补充】，用户预期落空，体验较差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9672" y="1554480"/>
            <a:ext cx="5212080" cy="45262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39712" y="17373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21" name="icon-circle"/>
          <p:cNvSpPr/>
          <p:nvPr/>
        </p:nvSpPr>
        <p:spPr>
          <a:xfrm>
            <a:off x="6839712" y="23774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List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2514600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71231" y="23591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同样推荐可立即出票的替代方案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4032" y="29443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con-circle"/>
          <p:cNvSpPr/>
          <p:nvPr/>
        </p:nvSpPr>
        <p:spPr>
          <a:xfrm>
            <a:off x="6839712" y="32918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UserChec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429000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71231" y="32735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支付宝（非黑名单）订单，用户接受方案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032" y="3858768"/>
            <a:ext cx="0" cy="329184"/>
          </a:xfrm>
          <a:prstGeom prst="line">
            <a:avLst/>
          </a:prstGeom>
          <a:ln w="19050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con-circle"/>
          <p:cNvSpPr/>
          <p:nvPr/>
        </p:nvSpPr>
        <p:spPr>
          <a:xfrm>
            <a:off x="6839712" y="4206240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6872" y="4343400"/>
            <a:ext cx="274320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571231" y="4187952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直接走买票接口出票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5166360"/>
            <a:ext cx="45720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976872" y="5166360"/>
            <a:ext cx="42976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上线后的增量【待补】</a:t>
            </a:r>
          </a:p>
        </p:txBody>
      </p:sp>
      <p:sp>
        <p:nvSpPr>
          <p:cNvPr id="34" name="arrow"/>
          <p:cNvSpPr/>
          <p:nvPr/>
        </p:nvSpPr>
        <p:spPr>
          <a:xfrm>
            <a:off x="5806440" y="3520440"/>
            <a:ext cx="59436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抢票业务要同时平衡三件事，AI 服务于这三者的平衡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MobileScreenButt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2024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补齐小程序的出票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小程序内优化付款：如接入微信合单支付</a:t>
            </a:r>
          </a:p>
          <a:p>
            <a:pPr algn="l">
              <a:spcBef>
                <a:spcPts val="800"/>
              </a:spcBef>
            </a:pPr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场景转换：召回用户回到 App、引导小程序内信用付授权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icon-circle"/>
          <p:cNvSpPr/>
          <p:nvPr/>
        </p:nvSpPr>
        <p:spPr>
          <a:xfrm>
            <a:off x="4553712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1920240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68112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8112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补上收益场景的空白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在合规前提下，重新梳理各场景里用户比较需要的服务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3" y="1508760"/>
            <a:ext cx="3630168" cy="26974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con-circle"/>
          <p:cNvSpPr/>
          <p:nvPr/>
        </p:nvSpPr>
        <p:spPr>
          <a:xfrm>
            <a:off x="8375904" y="173736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8784" y="1920240"/>
            <a:ext cx="365760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290304" y="17373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90304" y="214884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提高收益的前提是稳住体验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5904" y="274320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正在探索：外呼场景下的策略优化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434840"/>
            <a:ext cx="11274552" cy="1645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777240" y="4846320"/>
            <a:ext cx="822960" cy="822960"/>
          </a:xfrm>
          <a:prstGeom prst="ellipse">
            <a:avLst/>
          </a:prstGeom>
          <a:solidFill>
            <a:srgbClr val="1F6A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80" y="5052059"/>
            <a:ext cx="411480" cy="4114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874519" y="4434840"/>
            <a:ext cx="96012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</a:t>
            </a:r>
            <a:r>
              <a:rPr sz="16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　从 AI native 走进业务</a:t>
            </a:r>
          </a:p>
          <a:p>
            <a:pPr algn="l">
              <a:spcBef>
                <a:spcPts val="800"/>
              </a:spcBef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沿抢票链路找到传统方法不好解决的痛点，用我们平台用户最容易接受的方式呈现，提供他们当下最需要的能力，让 AI 服务于票量、收益和体验的平衡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