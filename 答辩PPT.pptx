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用户妥协接受了替代方案，就该用更直接的方式出票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6" name="icon-circle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 / YOYO 有票方案页，推荐可立即出票的替代方案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1560" y="29443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con-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用户妥协，接受替代方案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38587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con-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出票概率【待补充】，用户预期落空，体验较差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1" name="icon-circle"/>
          <p:cNvSpPr/>
          <p:nvPr/>
        </p:nvSpPr>
        <p:spPr>
          <a:xfrm>
            <a:off x="6839712" y="23774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25146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71231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同样推荐可立即出票的替代方案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4032" y="29443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con-circle"/>
          <p:cNvSpPr/>
          <p:nvPr/>
        </p:nvSpPr>
        <p:spPr>
          <a:xfrm>
            <a:off x="6839712" y="32918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42900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71231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支付宝（非黑名单）订单，用户接受方案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032" y="38587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con-circle"/>
          <p:cNvSpPr/>
          <p:nvPr/>
        </p:nvSpPr>
        <p:spPr>
          <a:xfrm>
            <a:off x="6839712" y="42062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43434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71231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76872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上线后的增量【待补】</a:t>
            </a:r>
          </a:p>
        </p:txBody>
      </p:sp>
      <p:sp>
        <p:nvSpPr>
          <p:cNvPr id="34" name="arrow"/>
          <p:cNvSpPr/>
          <p:nvPr/>
        </p:nvSpPr>
        <p:spPr>
          <a:xfrm>
            <a:off x="5806440" y="3520440"/>
            <a:ext cx="59436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