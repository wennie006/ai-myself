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</a:t>
            </a:r>
          </a:p>
          <a:p>
            <a:r>
              <a:t>前面讲到的几个需求，其实都是在这三者之间找平衡点：既要让更多订单出票，也要让用户在过程中有好的感受，同时守住平台的收益。</a:t>
            </a:r>
          </a:p>
          <a:p>
            <a:r>
              <a:t>接下来我也想围绕这三点继续推进。</a:t>
            </a:r>
          </a:p>
          <a:p>
            <a:r>
              <a:t>票量上，我想重点补齐小程序的支付策略。</a:t>
            </a:r>
          </a:p>
          <a:p>
            <a:r>
              <a:t>小程序受风控影响比较大，没法走代付出票，需要跳到客服对话付款的订单，只能通过支付召回来完成，付款这一步的流失比较多。</a:t>
            </a:r>
          </a:p>
          <a:p>
            <a:r>
              <a:t>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>
            <a:r>
              <a:t>收益上，我希望在合规的前提下，重新梳理各个场景里用户比较需要的服务，在目前线上的流程和环节中，补上一些收益场景的空白。</a:t>
            </a:r>
          </a:p>
          <a:p>
            <a:r>
              <a:t>同时，提高收益的前提是稳住用户体验，我目前正在探索的一个方向，就是外呼场景下的策略优化。</a:t>
            </a:r>
          </a:p>
          <a:p>
            <a:r>
              <a:t>AI 上，我希望从 AI native 的产品走进业务，把 AI 能力真正落到抢票业务的链路里。</a:t>
            </a:r>
          </a:p>
          <a:p>
            <a:r>
              <a:t>我已经在自己的工作中把Ai运用固定为一套较为固定的流程，比如用飞书命令行工具，直接读取文档、群聊记录，行程我个人的工作日报和提醒，进行材料的整理和数据核对，并且用claudecode写了一个skill，能够辅助进行需求验收。</a:t>
            </a:r>
          </a:p>
          <a:p>
            <a:r>
              <a:t>我一直在思考和探索的，还有如何找出那些用传统方法不太好解决的痛点，引入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429000" cy="3749039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83080"/>
            <a:ext cx="777240" cy="7772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1977390"/>
            <a:ext cx="388620" cy="388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AI native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对模型能力负责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73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模型本身就是产品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16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模型表现得好不好</a:t>
            </a:r>
          </a:p>
        </p:txBody>
      </p:sp>
      <p:sp>
        <p:nvSpPr>
          <p:cNvPr id="12" name="arrow"/>
          <p:cNvSpPr/>
          <p:nvPr/>
        </p:nvSpPr>
        <p:spPr>
          <a:xfrm>
            <a:off x="4005072" y="3108960"/>
            <a:ext cx="548640" cy="54864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81728" y="1508760"/>
            <a:ext cx="7050024" cy="3749039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-circle"/>
          <p:cNvSpPr/>
          <p:nvPr/>
        </p:nvSpPr>
        <p:spPr>
          <a:xfrm>
            <a:off x="4956048" y="1783080"/>
            <a:ext cx="777240" cy="7772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358" y="1977390"/>
            <a:ext cx="388620" cy="3886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0448" y="178308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对业务结果负责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78308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定位：AI 是服务业务的手段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6048" y="2788920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5093208" y="2898648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017520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856" y="2788920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788920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由业务来定：什么属于火车、什么不属于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3593591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-circle"/>
          <p:cNvSpPr/>
          <p:nvPr/>
        </p:nvSpPr>
        <p:spPr>
          <a:xfrm>
            <a:off x="5093208" y="3703320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3822191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05856" y="3593591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593591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贴合用户习惯：对话 → 列表页，票量明显提升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398264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-circle"/>
          <p:cNvSpPr/>
          <p:nvPr/>
        </p:nvSpPr>
        <p:spPr>
          <a:xfrm>
            <a:off x="5093208" y="4507992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4626864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05856" y="4398264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4398264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票量这样的业务结果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40680"/>
            <a:ext cx="11274552" cy="77724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614416"/>
            <a:ext cx="438912" cy="438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5440680"/>
            <a:ext cx="10149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抢票业务要同时平衡票量、收益与体验，AI 服务于三者的平衡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68680" y="1965960"/>
            <a:ext cx="3017520" cy="2743200"/>
          </a:xfrm>
          <a:prstGeom prst="triangl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993392" y="139903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1591056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21945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icon-circle"/>
          <p:cNvSpPr/>
          <p:nvPr/>
        </p:nvSpPr>
        <p:spPr>
          <a:xfrm>
            <a:off x="48463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17136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1" name="icon-circle"/>
          <p:cNvSpPr/>
          <p:nvPr/>
        </p:nvSpPr>
        <p:spPr>
          <a:xfrm>
            <a:off x="350215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4517136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756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14" name="icon-circle"/>
          <p:cNvSpPr/>
          <p:nvPr/>
        </p:nvSpPr>
        <p:spPr>
          <a:xfrm>
            <a:off x="1920240" y="3154680"/>
            <a:ext cx="914400" cy="914400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3832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28800" y="40965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26280" y="1554480"/>
          <a:ext cx="720547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697480"/>
                <a:gridCol w="3273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现状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接下来做什么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小程序受风控影响无法代付，跳客服付款，流失多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小程序内：接入微信合单支付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场景转换：召回 App、引导信用付授权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收益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合规要求下，部分环节存在收益场景空白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梳理用户需要的服务，补齐收益场景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体验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提高收益的前提，是稳住用户体验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外呼场景的策略优化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已固化进个人工作流：飞书 CLI、Claude Code Skill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找到传统方法难解决的痛点，用平台用户最易接受的方式落地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8" name="icon-circle"/>
          <p:cNvSpPr/>
          <p:nvPr/>
        </p:nvSpPr>
        <p:spPr>
          <a:xfrm>
            <a:off x="4636008" y="23682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464308"/>
            <a:ext cx="192024" cy="192024"/>
          </a:xfrm>
          <a:prstGeom prst="rect">
            <a:avLst/>
          </a:prstGeom>
        </p:spPr>
      </p:pic>
      <p:sp>
        <p:nvSpPr>
          <p:cNvPr id="20" name="icon-circle"/>
          <p:cNvSpPr/>
          <p:nvPr/>
        </p:nvSpPr>
        <p:spPr>
          <a:xfrm>
            <a:off x="4636008" y="33969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3493008"/>
            <a:ext cx="192024" cy="192024"/>
          </a:xfrm>
          <a:prstGeom prst="rect">
            <a:avLst/>
          </a:prstGeom>
        </p:spPr>
      </p:pic>
      <p:sp>
        <p:nvSpPr>
          <p:cNvPr id="22" name="icon-circle"/>
          <p:cNvSpPr/>
          <p:nvPr/>
        </p:nvSpPr>
        <p:spPr>
          <a:xfrm>
            <a:off x="4636008" y="43113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07408"/>
            <a:ext cx="192024" cy="192024"/>
          </a:xfrm>
          <a:prstGeom prst="rect">
            <a:avLst/>
          </a:prstGeom>
        </p:spPr>
      </p:pic>
      <p:sp>
        <p:nvSpPr>
          <p:cNvPr id="24" name="icon-circle"/>
          <p:cNvSpPr/>
          <p:nvPr/>
        </p:nvSpPr>
        <p:spPr>
          <a:xfrm>
            <a:off x="4636008" y="5317236"/>
            <a:ext cx="384048" cy="384048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5413248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