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144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459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0594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144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459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05940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01368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269748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AI native：</a:t>
            </a:r>
            <a:r>
              <a:rPr sz="13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模型本身就是产品，衡量的是模型表现　　</a:t>
            </a:r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业务：</a:t>
            </a:r>
            <a:r>
              <a:rPr sz="13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是服务业务的手段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00400"/>
            <a:ext cx="36301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731520" y="342900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" y="360045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00200" y="34290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边界由业务来定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976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什么属于火车、什么不属于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200400"/>
            <a:ext cx="36301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4553712" y="342900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162" y="3600450"/>
            <a:ext cx="342900" cy="3429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422392" y="34290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形态贴合用户习惯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2976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二期把对话改成直接操作列表页，票量明显提升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3200400"/>
            <a:ext cx="36301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icon-circle"/>
          <p:cNvSpPr/>
          <p:nvPr/>
        </p:nvSpPr>
        <p:spPr>
          <a:xfrm>
            <a:off x="8375904" y="342900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7354" y="3600450"/>
            <a:ext cx="342900" cy="342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44584" y="34290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用业务结果衡量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5904" y="42976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最终看的是票量这样的业务结果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257800"/>
            <a:ext cx="11274552" cy="8229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58968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17320" y="525780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